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72" r:id="rId9"/>
    <p:sldId id="264" r:id="rId10"/>
    <p:sldId id="265" r:id="rId11"/>
    <p:sldId id="266" r:id="rId12"/>
    <p:sldId id="267" r:id="rId13"/>
    <p:sldId id="271" r:id="rId14"/>
    <p:sldId id="268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2CB1B-7AB8-4246-BA8C-BA3595AF4F01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61D8B-BC3A-4F44-9309-92748A2D5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314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2CB1B-7AB8-4246-BA8C-BA3595AF4F01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61D8B-BC3A-4F44-9309-92748A2D5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663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2CB1B-7AB8-4246-BA8C-BA3595AF4F01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61D8B-BC3A-4F44-9309-92748A2D5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266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2CB1B-7AB8-4246-BA8C-BA3595AF4F01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61D8B-BC3A-4F44-9309-92748A2D5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133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2CB1B-7AB8-4246-BA8C-BA3595AF4F01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61D8B-BC3A-4F44-9309-92748A2D5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900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2CB1B-7AB8-4246-BA8C-BA3595AF4F01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61D8B-BC3A-4F44-9309-92748A2D5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802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2CB1B-7AB8-4246-BA8C-BA3595AF4F01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61D8B-BC3A-4F44-9309-92748A2D5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870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2CB1B-7AB8-4246-BA8C-BA3595AF4F01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61D8B-BC3A-4F44-9309-92748A2D5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55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2CB1B-7AB8-4246-BA8C-BA3595AF4F01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61D8B-BC3A-4F44-9309-92748A2D5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954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2CB1B-7AB8-4246-BA8C-BA3595AF4F01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61D8B-BC3A-4F44-9309-92748A2D5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538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2CB1B-7AB8-4246-BA8C-BA3595AF4F01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61D8B-BC3A-4F44-9309-92748A2D5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347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22CB1B-7AB8-4246-BA8C-BA3595AF4F01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661D8B-BC3A-4F44-9309-92748A2D5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84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152400"/>
            <a:ext cx="8258060" cy="624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67777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738188"/>
            <a:ext cx="8686800" cy="538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2375" y="758970"/>
            <a:ext cx="1343025" cy="8412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7231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13" y="866775"/>
            <a:ext cx="8181975" cy="5124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45370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52401"/>
            <a:ext cx="8915400" cy="5919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6176" y="152401"/>
            <a:ext cx="1419225" cy="838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45370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938" y="895350"/>
            <a:ext cx="7858125" cy="5067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45370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25" y="1047750"/>
            <a:ext cx="7905750" cy="4762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45370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8" y="152400"/>
            <a:ext cx="9077325" cy="5886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447799"/>
            <a:ext cx="1371600" cy="3048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45370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8" y="804863"/>
            <a:ext cx="9001125" cy="524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1447799"/>
            <a:ext cx="8310563" cy="361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99854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" y="766763"/>
            <a:ext cx="9029700" cy="532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371600"/>
            <a:ext cx="1447800" cy="209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45370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9144000" cy="6500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152400"/>
            <a:ext cx="1676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453702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228600"/>
            <a:ext cx="9144000" cy="617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0950" y="228600"/>
            <a:ext cx="154305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453702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228600"/>
            <a:ext cx="9067800" cy="624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751" y="228600"/>
            <a:ext cx="154305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34011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228600"/>
            <a:ext cx="9144000" cy="601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9157" y="228600"/>
            <a:ext cx="2947916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073552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804863"/>
            <a:ext cx="7772400" cy="524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073552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11553</TotalTime>
  <Words>0</Words>
  <Application>Microsoft Office PowerPoint</Application>
  <PresentationFormat>On-screen Show (4:3)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hd</dc:creator>
  <cp:lastModifiedBy>hd</cp:lastModifiedBy>
  <cp:revision>8</cp:revision>
  <dcterms:created xsi:type="dcterms:W3CDTF">2025-09-19T10:40:16Z</dcterms:created>
  <dcterms:modified xsi:type="dcterms:W3CDTF">2025-09-27T11:14:10Z</dcterms:modified>
</cp:coreProperties>
</file>